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7ACC"/>
                </a:solidFill>
              </a:defRPr>
            </a:pPr>
            <a:r>
              <a:t>Real-Time Biomechanical Tracking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Integrating Movella DOT Sensors with OpenSim SDK on Windows 11</a:t>
            </a:r>
          </a:p>
          <a:p>
            <a:r>
              <a:t>Presenter: Srushti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ACC"/>
                </a:solidFill>
              </a:defRPr>
            </a:pPr>
            <a:r>
              <a:t>The Engineering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Stream dual-arm data for joint angle estimation.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The Roadblock: Custom Python scripts returned 0 Hz streams.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OS Restrictions: Windows 11 aggressively filtered third-party BLE packets.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Handshake Security: Newer Movella firmware ignores unauthenticated BLE requests.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ACC"/>
                </a:solidFill>
              </a:defRPr>
            </a:pPr>
            <a:r>
              <a:t>Root Cause Analysis &amp; Pivots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 vs Windows: Medium blog patterns failed on Windows architecture.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Firmware v2 Shifts: Custom UUID streams required explicit descriptor triggers.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The Solution: Transitioned from raw Bleak code to official SDK bindings.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Environment Alignment: Resolved Python version mismatches via custom wheel packaging.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ACC"/>
                </a:solidFill>
              </a:defRPr>
            </a:pPr>
            <a:r>
              <a:t>System Integration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 Workspace: Consolidated editing and execution within VS Code.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Thread Safety: Implemented asyncio Queue arrays for background streams.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C++ Backend: Loaded native Movella binary hooks via xdpchandler.py.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Hardware Isolation: Filtered out ambient environmental sensors using address whitelists.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ACC"/>
                </a:solidFill>
              </a:defRPr>
            </a:pPr>
            <a:r>
              <a:t>Bridging to OpenSim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 Limitations: Bypassed frozen OpenSim desktop user interface configurations.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C++ Binary Paths: Resolved simbody DLL lookup failures via runtime injection.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Graphics Workaround: Disabled OpenGL visualization to prevent driver crashes.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Biomechanical Mapping: Synchronized tracking streams to the native r_elbow_flex coordinate.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ACC"/>
                </a:solidFill>
              </a:defRPr>
            </a:pPr>
            <a:r>
              <a:t>Final Milestones &amp;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Antenna Stability: Sustained flawless multi-sensor connection streams.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Live IK Calculation: Extracted real-time joint degree modifications at 60 Hz.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Clean Fallbacks: Implemented thread-safe hardware socket closure.</a:t>
            </a:r>
          </a:p>
          <a:p>
            <a:pPr>
              <a:defRPr>
                <a:solidFill>
                  <a:srgbClr val="323232"/>
                </a:solidFill>
              </a:defRPr>
            </a:pPr>
            <a:r>
              <a:t>Next Steps: Exporting real-time kinematic arrays to motion trajectory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